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季度复盘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营收增长 20%</a:t>
            </a:r>
          </a:p>
          <a:p>
            <a:r>
              <a:t>新增客户 300 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下季度计划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上线知识库</a:t>
            </a:r>
          </a:p>
          <a:p>
            <a:r>
              <a:t>优化检索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